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53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451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Classes, Access Specifiers</a:t>
            </a:r>
            <a:endParaRPr lang="en-US" sz="38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Static Members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Oriented Programming Sessional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of Computer Science &amp; Engineering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Bangladesh Army University of Science &amp; Technology, Khulna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left 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34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wrote the same bank account twice: once with struct, once with class.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saw a.balance = 1000000; compile in one version and refuse to compile in the other.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you build a class properly, from an empty file.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 ·  3 HOURS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Student class from scratch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2240280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data, public functions, inside and outside definitions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0720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80720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2944368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 on purpose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355848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to touch private data, record every error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22776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3922776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4059936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4471416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shared counter, and automatic IDs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38344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08760" y="5038344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+ 25</a:t>
            </a:r>
            <a:r>
              <a:rPr lang="en-US" sz="1800" b="1" dirty="0">
                <a:solidFill>
                  <a:srgbClr val="0F6E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17520" y="5175504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17520" y="5586984"/>
            <a:ext cx="8257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BankAccount with static members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class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copy and paste. Type it. That is part of the exercise.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28800"/>
            <a:ext cx="62910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private: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   roll;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name;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double marks;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public: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void setData(int r, string n, double m);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char getGrade();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void display();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63840" y="1920240"/>
            <a:ext cx="3685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setData() must reject marks outside 0 to 100.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setData() INSIDE the class.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getGrade() and display() OUTSIDE, using Student::</a:t>
            </a:r>
            <a:endParaRPr lang="en-US" sz="19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three objects and display all three.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define a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20240"/>
            <a:ext cx="4736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the class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setData(int r, string n, double m)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roll = r;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F3B33"/>
          </a:solidFill>
          <a:ln w="12700">
            <a:solidFill>
              <a:srgbClr val="0F3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7104" y="1920240"/>
            <a:ext cx="4919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OUTSIDE the class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Student::display()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roll;</a:t>
            </a:r>
            <a:endParaRPr lang="en-US" sz="18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0908792" cy="1463040"/>
          </a:xfrm>
          <a:prstGeom prst="roundRect">
            <a:avLst>
              <a:gd name="adj" fmla="val 3750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389120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:: tells the compiler which class the function belongs to.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4892040"/>
            <a:ext cx="10085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it, display() would be an ordinary global function with no access to roll.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 on purpose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error message you produce here is a mark in your report.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experiments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s1.marks = 150;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0" y="1737360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Touch a private member from main()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the ; after };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2788920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the semicolon at the end of the class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40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Student:: from display()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840480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function without the scope resolution operator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92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setData() to private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4892040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try to call it from main()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each one: write the EXACT message, then fix it and move on.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members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variable, shared by every object of the class.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 that numbers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16262D"/>
          </a:solidFill>
          <a:ln w="12700">
            <a:solidFill>
              <a:srgbClr val="16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10512"/>
            <a:ext cx="104058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totalBooks;   // ONE copy for all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id;                  // one per object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public: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void </a:t>
            </a:r>
            <a:r>
              <a:rPr lang="en-US" sz="1700" dirty="0" err="1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setData</a:t>
            </a: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totalBooks++;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 = totalBooks;     // takes the next number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static void showTotal();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endParaRPr lang="en-US" sz="1700" dirty="0"/>
          </a:p>
          <a:p>
            <a:pPr marL="0" indent="0" algn="l">
              <a:lnSpc>
                <a:spcPts val="2300"/>
              </a:lnSpc>
              <a:buNone/>
            </a:pPr>
            <a:r>
              <a:rPr lang="en-US" sz="17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Book::totalBooks = 0;    // COMPULSORY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looks like in memory</a:t>
            </a:r>
            <a:endParaRPr lang="en-US" sz="3000" dirty="0"/>
          </a:p>
        </p:txBody>
      </p:sp>
      <p:pic>
        <p:nvPicPr>
          <p:cNvPr id="4" name="Image 0" descr="/home/claude/img/static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1371600"/>
            <a:ext cx="8293608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verify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34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Book::showTotal() BEFORE creating any object. It must print 0.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three books. Each must get id 1, 2, 3 automatically.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the line int Book::totalBooks = 0; and try to compile.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3A1C10"/>
          </a:solidFill>
          <a:ln w="12700">
            <a:solidFill>
              <a:srgbClr val="3A1C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4114800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E8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 reference to `Book::totalBooks'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07492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is a LINKER error, not a compiler error. It appears after compilation succeeds.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static function may not do</a:t>
            </a:r>
            <a:endParaRPr lang="en-US" sz="3000" dirty="0"/>
          </a:p>
        </p:txBody>
      </p:sp>
      <p:pic>
        <p:nvPicPr>
          <p:cNvPr id="4" name="Image 0" descr="/home/claude/img/static_function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325880"/>
            <a:ext cx="8659368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D  ·  60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E2E9EB"/>
          </a:solidFill>
          <a:ln w="12700">
            <a:solidFill>
              <a:srgbClr val="E2E9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45920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6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class BankAccount that numbers its own accounts from 1001.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634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Private: accNo, holderName, balance.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static: totalAccounts, and interestRate shared by every account.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Public: openAccount(), deposit(), withdraw(), addInterest(), display().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Static: showTotal() and setRate(). Both callable with no object.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deposit() and withdraw() OUTSIDE the class using ::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3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that a.balance = 99999; refuses to compile.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Sessional  ·  Lab 2  ·  BAUST Khulna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1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537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three programs with their output, plus the FOUR error messages from Part B,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with one sentence explaining what caused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2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 ·  DUE NEXT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0908792" cy="1783080"/>
          </a:xfrm>
          <a:prstGeom prst="roundRect">
            <a:avLst>
              <a:gd name="adj" fmla="val 3077"/>
            </a:avLst>
          </a:prstGeom>
          <a:solidFill>
            <a:srgbClr val="1E3540"/>
          </a:solidFill>
          <a:ln w="12700">
            <a:solidFill>
              <a:srgbClr val="1E3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BankAccount so it also tracks the TOTAL money held</a:t>
            </a:r>
            <a:endParaRPr lang="en-US" sz="21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bank across all accounts.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49377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BB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deposit and withdrawal must update it. Add a static function showBankTotal().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FA3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lab: constructors, destructors, and a copy that crashes your program.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870</Words>
  <Application>Microsoft Office PowerPoint</Application>
  <PresentationFormat>Widescreen</PresentationFormat>
  <Paragraphs>165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Sessional — Lab 2</dc:title>
  <dc:subject>PptxGenJS Presentation</dc:subject>
  <dc:creator>Nahin</dc:creator>
  <cp:lastModifiedBy>syed nahin hossain</cp:lastModifiedBy>
  <cp:revision>3</cp:revision>
  <dcterms:created xsi:type="dcterms:W3CDTF">2026-08-07T06:13:42Z</dcterms:created>
  <dcterms:modified xsi:type="dcterms:W3CDTF">2026-08-18T08:21:27Z</dcterms:modified>
</cp:coreProperties>
</file>