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12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FDA55-79A9-DC6F-3CA1-511D97CD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12106-6294-5176-4C67-8958A607F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7C0F5-6227-0B88-A311-92611F41C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5366E-161C-B455-C0AC-D8D95411B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51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00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451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 of Objects,</a:t>
            </a:r>
            <a:endParaRPr lang="en-US" sz="38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Pointers and this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Oriented Programming Sessional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 of Computer Science &amp; Engineering</a:t>
            </a:r>
            <a:endParaRPr lang="en-US" sz="15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Bangladesh Army University of Science &amp; Technology, Khulna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left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E2E9EB"/>
          </a:solidFill>
          <a:ln w="12700">
            <a:solidFill>
              <a:srgbClr val="E2E9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fifty objects at once, objects created at run time, and the pointer hidden inside every member function.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634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wrote classes with constructors, destructors and a deep copy constructor.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made a program crash by copying an object that held a pointer, then fixed it.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so far has dealt with one or two objects at a time.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 ·  3 HOURS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1819656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 of objects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17520" y="2240280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declaration, many complete objects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07208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280720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2935224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pointers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3355848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dot, arrow, new and delete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22776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3922776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4050792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this pointer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17520" y="4471416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one function serves every object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38344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08760" y="5038344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min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17520" y="5166360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017520" y="5586984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student result system, built twice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 of objects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class is a data type, so you can make an array of it.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declaration is what you expect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65960"/>
            <a:ext cx="10405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   marks[3];      // three integers</a:t>
            </a:r>
            <a:endParaRPr lang="en-US" sz="1900" dirty="0"/>
          </a:p>
          <a:p>
            <a:pPr marL="0" indent="0" algn="l">
              <a:lnSpc>
                <a:spcPts val="2800"/>
              </a:lnSpc>
              <a:buNone/>
            </a:pPr>
            <a:endParaRPr lang="en-US" sz="19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 staff[3];      // three Employee OBJECTS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constructor runs once for EVERY element. Three objects means three constructor calls.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looks like in memory</a:t>
            </a:r>
            <a:endParaRPr lang="en-US" sz="3000" dirty="0"/>
          </a:p>
        </p:txBody>
      </p:sp>
      <p:pic>
        <p:nvPicPr>
          <p:cNvPr id="4" name="Image 0" descr="/home/claude/img/array_ob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353312"/>
            <a:ext cx="8622792" cy="4178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Reaching the members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766560" cy="2926080"/>
          </a:xfrm>
          <a:prstGeom prst="roundRect">
            <a:avLst>
              <a:gd name="adj" fmla="val 2500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20240"/>
            <a:ext cx="6291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staff[0].setData(101, "Karim", 30000);</a:t>
            </a:r>
            <a:endParaRPr lang="en-US" sz="1900" dirty="0"/>
          </a:p>
          <a:p>
            <a:pPr marL="0" indent="0" algn="l">
              <a:lnSpc>
                <a:spcPts val="2700"/>
              </a:lnSpc>
              <a:buNone/>
            </a:pPr>
            <a:endParaRPr lang="en-US" sz="19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staff[1].display();</a:t>
            </a:r>
            <a:endParaRPr lang="en-US" sz="1900" dirty="0"/>
          </a:p>
          <a:p>
            <a:pPr marL="0" indent="0" algn="l">
              <a:lnSpc>
                <a:spcPts val="2700"/>
              </a:lnSpc>
              <a:buNone/>
            </a:pPr>
            <a:endParaRPr lang="en-US" sz="19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</a:t>
            </a:r>
            <a:endParaRPr lang="en-US" sz="19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staff[i].display();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863840" y="1920240"/>
            <a:ext cx="36850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 first, then the dot operator.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element is a complete object with its own data.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 is the reason arrays of objects exist: one line handles fifty employees.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writing the loop as a range based for as well: for (Employee &amp;e : staff)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 that stops the program compiling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634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array declaration cannot pass arguments to each element.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Employee staff[3]; needs a constructor that takes NO arguments.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your class has only a parameterised constructor, the free default one is gone, and the array will not compile.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 is either a default constructor, or default values on every parameter.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6667"/>
            </a:avLst>
          </a:prstGeom>
          <a:solidFill>
            <a:srgbClr val="FBF0EA"/>
          </a:solidFill>
          <a:ln w="12700">
            <a:solidFill>
              <a:srgbClr val="FB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486400"/>
            <a:ext cx="10085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Experiment 1. Delete the default constructor, compile, and record the exact error.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pointers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object has an address, so a pointer can hold it.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Dot or arrow?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HAVE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62272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WRITE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19872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object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62272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object.member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19872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c.show();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34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pointer to an object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62272" y="2834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pointer-&gt;member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19872" y="2834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p-&gt;show();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pointer, the long way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62272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(*pointer).member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119872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(*p).show();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480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array element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462272" y="4480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array[i].member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119872" y="4480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staff[1].display();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it has a star in front, use the arrow. That is the whole rule.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objects at run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874520"/>
            <a:ext cx="104058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*q = new Counter;      // constructor runs here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q-&gt;setValue(55);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q-&gt;show();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q;                      // destructor runs HERE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n;  cin &gt;&gt; n;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*list = new Counter[n];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delete[] list;                 // note the brackets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delete[] for arrays, plain delete for a single object. Mixing them is undefined behaviour.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this pointer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member function already knows which object called it.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function, many objects</a:t>
            </a:r>
            <a:endParaRPr lang="en-US" sz="3000" dirty="0"/>
          </a:p>
        </p:txBody>
      </p:sp>
      <p:pic>
        <p:nvPicPr>
          <p:cNvPr id="4" name="Image 0" descr="/home/claude/img/this_poi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353312"/>
            <a:ext cx="8531352" cy="4398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uses you will meet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3474720"/>
          </a:xfrm>
          <a:prstGeom prst="roundRect">
            <a:avLst>
              <a:gd name="adj" fmla="val 2105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874520"/>
            <a:ext cx="104058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when a parameter shadows a data member</a:t>
            </a:r>
            <a:endParaRPr lang="en-US" sz="18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Counter&amp; setValue(int value)</a:t>
            </a:r>
            <a:endParaRPr lang="en-US" sz="18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this-&gt;value = value;</a:t>
            </a:r>
            <a:endParaRPr lang="en-US" sz="18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*this;                // 2. return the object itself</a:t>
            </a:r>
            <a:endParaRPr lang="en-US" sz="18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marL="0" indent="0" algn="l">
              <a:lnSpc>
                <a:spcPts val="2400"/>
              </a:lnSpc>
              <a:buNone/>
            </a:pPr>
            <a:endParaRPr lang="en-US" sz="18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c.setValue(100).increment().increment().show();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Returning *this by reference is what makes those calls chain together.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D  ·  40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exercise : </a:t>
            </a:r>
            <a:r>
              <a:rPr lang="en-US" sz="3200" dirty="0"/>
              <a:t>Complex Number Class</a:t>
            </a:r>
          </a:p>
        </p:txBody>
      </p:sp>
      <p:sp>
        <p:nvSpPr>
          <p:cNvPr id="6" name="Text 4"/>
          <p:cNvSpPr/>
          <p:nvPr/>
        </p:nvSpPr>
        <p:spPr>
          <a:xfrm>
            <a:off x="777240" y="1334277"/>
            <a:ext cx="10634472" cy="489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Define a class Complex to represent a complex number consisting of a real part and an imaginary part.</a:t>
            </a:r>
          </a:p>
          <a:p>
            <a:pPr marL="171450" indent="-1714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class should contain the following member functions:</a:t>
            </a:r>
          </a:p>
          <a:p>
            <a:pPr marL="800100" lvl="1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add() - Adds another complex number to the current complex number.</a:t>
            </a:r>
          </a:p>
          <a:p>
            <a:pPr marL="800100" lvl="1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subtract() - Subtracts another complex number from the current complex number.</a:t>
            </a:r>
          </a:p>
          <a:p>
            <a:pPr marL="800100" lvl="1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display() - Displays the complex number in an appropriate format.</a:t>
            </a:r>
          </a:p>
          <a:p>
            <a:pPr marL="171450" indent="-1714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add() and subtract() functions should support function chaining using the dot (.) operator. For example:</a:t>
            </a:r>
          </a:p>
          <a:p>
            <a:pPr marL="1257300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c1.add(c2).subtract(c3);</a:t>
            </a:r>
          </a:p>
          <a:p>
            <a:pPr marL="800100" lvl="1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above statement should first add c2 to c1 and then subtract c3 from the resulting complex number.</a:t>
            </a:r>
          </a:p>
          <a:p>
            <a:pPr>
              <a:lnSpc>
                <a:spcPct val="114000"/>
              </a:lnSpc>
            </a:pPr>
            <a:br>
              <a:rPr lang="en-US" sz="2000" dirty="0"/>
            </a:br>
            <a:r>
              <a:rPr lang="en-US" i="1" dirty="0"/>
              <a:t>Write a complete C++ program to implement the Complex class. The program should take appropriate input, perform the required operations using chained function calls, and display the final result.</a:t>
            </a:r>
            <a:endParaRPr lang="en-US" sz="2000" i="1" dirty="0"/>
          </a:p>
        </p:txBody>
      </p:sp>
      <p:sp>
        <p:nvSpPr>
          <p:cNvPr id="9" name="Text 7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1468B-5306-ACBF-A8F6-41ABD1F0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FF6EA3-154F-93D5-8A2B-14BFC3FD7B3B}"/>
              </a:ext>
            </a:extLst>
          </p:cNvPr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D  ·  60 MINUTES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1FE393-0F52-6B9B-3572-11CE9DA80774}"/>
              </a:ext>
            </a:extLst>
          </p:cNvPr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exercise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2BBFD6-966A-3025-0AEC-7DAD3DA2D4A9}"/>
              </a:ext>
            </a:extLst>
          </p:cNvPr>
          <p:cNvSpPr/>
          <p:nvPr/>
        </p:nvSpPr>
        <p:spPr>
          <a:xfrm>
            <a:off x="640080" y="1691640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E2E9EB"/>
          </a:solidFill>
          <a:ln w="12700">
            <a:solidFill>
              <a:srgbClr val="E2E9E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F6A351-C909-BC77-74F2-4FACA0566A5F}"/>
              </a:ext>
            </a:extLst>
          </p:cNvPr>
          <p:cNvSpPr/>
          <p:nvPr/>
        </p:nvSpPr>
        <p:spPr>
          <a:xfrm>
            <a:off x="1051560" y="1691640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student result system, twice: once with a fixed array, once with new.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126FA0-932D-6334-230E-6E03C220F5CE}"/>
              </a:ext>
            </a:extLst>
          </p:cNvPr>
          <p:cNvSpPr/>
          <p:nvPr/>
        </p:nvSpPr>
        <p:spPr>
          <a:xfrm>
            <a:off x="777240" y="2926080"/>
            <a:ext cx="106344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class Student with private roll, name and marks, and a DEFAULT constructor.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setData() must reject marks outside 0 to 100.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Declare Student list[5]; fill it from the keyboard, display all five.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highest scorer and print the class average.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repeat the whole thing with Student *p = new Student[n]; and delete[].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41AAC-0F6B-E9FF-8F9F-CB9EBE8D3A50}"/>
              </a:ext>
            </a:extLst>
          </p:cNvPr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from 03_lab4_task.cpp. The TODO comments are in order.</a:t>
            </a:r>
            <a:endParaRPr lang="en-US" sz="1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F49899-D8F8-BD93-9249-826D9D3DD048}"/>
              </a:ext>
            </a:extLst>
          </p:cNvPr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4  ·  BAUST Khulna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13429F-E63C-C9CF-8708-975ADD4E9323}"/>
              </a:ext>
            </a:extLst>
          </p:cNvPr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10613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12848"/>
            <a:ext cx="9537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three programs with their output, the error from deleting the default constructor,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your completed result system in both the array and the new/delete versions.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 ·  DUE NEXT LAB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0908792" cy="1737360"/>
          </a:xfrm>
          <a:prstGeom prst="roundRect">
            <a:avLst>
              <a:gd name="adj" fmla="val 3158"/>
            </a:avLst>
          </a:prstGeom>
          <a:solidFill>
            <a:srgbClr val="1E3540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7764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your result system so it also stores each student's three subject marks</a:t>
            </a:r>
            <a:endParaRPr lang="en-US" sz="20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an array inside the object.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each total and grade, and display a full result sheet in neat columns.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lab: member, inline, friend and static functions.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1156</Words>
  <Application>Microsoft Office PowerPoint</Application>
  <PresentationFormat>Widescreen</PresentationFormat>
  <Paragraphs>180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Sessional — Lab 4</dc:title>
  <dc:subject>PptxGenJS Presentation</dc:subject>
  <dc:creator>Nahin</dc:creator>
  <cp:lastModifiedBy>syed nahin hossain</cp:lastModifiedBy>
  <cp:revision>3</cp:revision>
  <dcterms:created xsi:type="dcterms:W3CDTF">2026-08-21T19:51:55Z</dcterms:created>
  <dcterms:modified xsi:type="dcterms:W3CDTF">2026-09-08T07:01:50Z</dcterms:modified>
</cp:coreProperties>
</file>