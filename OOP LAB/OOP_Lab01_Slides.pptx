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06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 student actually run this and see 1000000.00 on their own screen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uncomment the line and read the real compiler error out loud. It has to come from their own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from 03_student_task.cpp. Ask me when you are stuck, not when you are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916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2377440"/>
            <a:ext cx="9902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Setup, and the Same Problem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Written Twice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42062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Oriented Programming Sessional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Syed Nahin Hossain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 of CSE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Bangladesh Army University of Science &amp; Technology, Khulna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do in three hours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977640" y="1627632"/>
            <a:ext cx="7525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Compiler installed, first program compiled and run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it in C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977640" y="2542032"/>
            <a:ext cx="7525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bank account using struct and free functions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77640" y="3456432"/>
            <a:ext cx="7525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line that destroys the account — legally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it again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977640" y="4370832"/>
            <a:ext cx="7525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account as a class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to break it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977640" y="5285232"/>
            <a:ext cx="7525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line now refuses to compile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384048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Twenty minutes. Then we never talk about tooling again.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need installed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349752" cy="3017520"/>
          </a:xfrm>
          <a:prstGeom prst="roundRect">
            <a:avLst>
              <a:gd name="adj" fmla="val 1818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691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MinGW-w64  (g++)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2691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Windows: install and add the bin folder to PATH.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Linux: sudo apt install g++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1584" y="1737360"/>
            <a:ext cx="3349752" cy="3017520"/>
          </a:xfrm>
          <a:prstGeom prst="roundRect">
            <a:avLst>
              <a:gd name="adj" fmla="val 1818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1624" y="1965960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1624" y="2331720"/>
            <a:ext cx="2691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 or  Code::Blocks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1624" y="3063240"/>
            <a:ext cx="2691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Either is fine. Code::Blocks bundles the compiler if you prefer.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97368" y="1737360"/>
            <a:ext cx="3349752" cy="3017520"/>
          </a:xfrm>
          <a:prstGeom prst="roundRect">
            <a:avLst>
              <a:gd name="adj" fmla="val 1818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7408" y="1965960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it works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17408" y="2331720"/>
            <a:ext cx="2691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--version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17408" y="3063240"/>
            <a:ext cx="2691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see a version number, you are ready.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50749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Everyone must reach a working g++ before we go further. Help your neighbour.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 and run from the terminal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6766560" cy="2011680"/>
          </a:xfrm>
          <a:prstGeom prst="roundRect">
            <a:avLst>
              <a:gd name="adj" fmla="val 3636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920240"/>
            <a:ext cx="6291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-std=c++17 -o partA 01_account_structured.cpp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./partA          # Linux / Mac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partA.exe        # Windows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09560" y="1828800"/>
            <a:ext cx="35935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g++ is the compiler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-std=c++17 sets the language version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 partA names the program that comes 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last argument is your source file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this line today. You will type it a hundred times this semester.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problem, two solutions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384048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bank account. Open it, deposit, withdraw, show the balance.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specification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371600"/>
          </a:xfrm>
          <a:prstGeom prst="roundRect">
            <a:avLst>
              <a:gd name="adj" fmla="val 4000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7452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account has an account number, a name, and a balance.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deposit money, withdraw money, and display the account.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0543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deposit must be a positive amount.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withdrawal must be positive, and never more than the balance.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change to the balance must pass through these checks.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54864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three is the one that matters today.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A  ·  STRUCTURED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here, behaviour over there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874520"/>
            <a:ext cx="6291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Account {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acc_no;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balance;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withdraw(Account &amp;a, double amount) {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(amount &lt;= 0)        { ... return; }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(amount &gt; a.balance) { ... return; }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a.balance -= amount;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09560" y="1920240"/>
            <a:ext cx="35935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struct holds three values. That is all it does.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functions sit outside it.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 in the language links them together.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link exists only in your head.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A  ·  STRUCTURED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it — the rules work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2011680"/>
            <a:ext cx="7754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1001 | Rahim | Balance = 5000.00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Deposited 2000.00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1001 | Rahim | Balance = 7000.00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[rejected] Insufficient funds.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1001 | Rahim | Balance = 7000.00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withdrawal of 100000 was correctly refused. So far, everything is fine.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A  ·  STRUCTURED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add one 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2103120"/>
            <a:ext cx="5285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a.balance = 1000000;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086600" y="18288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 it.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works.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1081735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6118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warning. No error. No check. No record.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4069080"/>
            <a:ext cx="9720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rule you wrote in withdraw() was bypassed by a single assignment — and the compiler helped you do it.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it again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384048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problem. Same output. One structural change.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B  ·  OBJECT-ORIENTED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the functions inside — and lock the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874520"/>
            <a:ext cx="62910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Account {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private: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acc_no;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balance;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public: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withdraw(double amount) {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(amount &lt;= 0)      { ... return; }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(amount &gt; balance) { ... return; }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-= amount;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09560" y="1920240"/>
            <a:ext cx="35935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functions are now inside the class.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no longer need an Account parameter — they already are one.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private: means nobody outside can reach the data.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public: is the list of doors you are offering.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B  ·  OBJECT-ORIENTED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calls change shape too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34356" cy="2377440"/>
          </a:xfrm>
          <a:prstGeom prst="roundRect">
            <a:avLst>
              <a:gd name="adj" fmla="val 2308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3113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withdraw(a, 100000);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display(a);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68796" y="1783080"/>
            <a:ext cx="5134356" cy="2377440"/>
          </a:xfrm>
          <a:prstGeom prst="roundRect">
            <a:avLst>
              <a:gd name="adj" fmla="val 2308"/>
            </a:avLst>
          </a:prstGeom>
          <a:solidFill>
            <a:srgbClr val="E4EAEC"/>
          </a:solidFill>
          <a:ln w="12700">
            <a:solidFill>
              <a:srgbClr val="E4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80276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80276" y="2468880"/>
            <a:ext cx="43113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a.withdraw(100000);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a.display();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account is no longer something you pass around. It is something you ask.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B  ·  OBJECT-ORIENTED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try the same 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69748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1E3540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2880360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a.balance = 1000000;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931920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C152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'balance' is a private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C152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 of 'Account'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521208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program will not build. The mistake is no longer discouraged — it is impossible.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changed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49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325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OBJECT-ORIENTED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10817352" cy="740664"/>
          </a:xfrm>
          <a:prstGeom prst="roundRect">
            <a:avLst>
              <a:gd name="adj" fmla="val 7407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9164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data lives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691640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to everyone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32520" y="1691640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Private, inside the object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560320"/>
            <a:ext cx="10817352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032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rules live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2560320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separate functions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2560320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same object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10817352" cy="740664"/>
          </a:xfrm>
          <a:prstGeom prst="roundRect">
            <a:avLst>
              <a:gd name="adj" fmla="val 7407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2900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the rules be skipped?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3429000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Yes, silently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32520" y="3429000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No, the compiler refuses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10817352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9768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responsible?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4297680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programmer, always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32520" y="4297680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class, once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34924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problem. Same output. Same number of lines. Completely different guarantees.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IN-LAB EXERCISE  ·  60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you write one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051560"/>
          </a:xfrm>
          <a:prstGeom prst="roundRect">
            <a:avLst>
              <a:gd name="adj" fmla="val 5217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7452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Student has a roll number, a name, and marks between 0 and 100.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43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three data members must be private.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setData() rejects marks below 0 or above 100.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addBonus(b) adds marks but never lets the total pass 100.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getGrade() returns A / B / C / D / F.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must be impossible for main() to give a student 150 marks.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programs, both outputs, and the exact compiler error you got when you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uncommented the private assignment.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33832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 ·  DUE NEXT LAB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10817352" cy="1691640"/>
          </a:xfrm>
          <a:prstGeom prst="roundRect">
            <a:avLst>
              <a:gd name="adj" fmla="val 3243"/>
            </a:avLst>
          </a:prstGeom>
          <a:solidFill>
            <a:srgbClr val="1E3540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02336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last semester's C program for a library book record.</a:t>
            </a:r>
            <a:endParaRPr lang="en-US" sz="2100" dirty="0"/>
          </a:p>
          <a:p>
            <a:pPr marL="0" indent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it as a class, with every data member private.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892040"/>
            <a:ext cx="9902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two sentences at the end: what mistake is now impossible that used to be possible?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CLOSE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21031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did not learn a new problem today.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learned a new place to put the rules.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41148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lab: classes, objects, access specifiers, and static members — properly.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1  ·  BAUST Khulna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1265</Words>
  <Application>Microsoft Office PowerPoint</Application>
  <PresentationFormat>Widescreen</PresentationFormat>
  <Paragraphs>214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Sessional — Lab 1</dc:title>
  <dc:subject>PptxGenJS Presentation</dc:subject>
  <dc:creator>Nahin</dc:creator>
  <cp:lastModifiedBy>syed nahin hossain</cp:lastModifiedBy>
  <cp:revision>4</cp:revision>
  <dcterms:created xsi:type="dcterms:W3CDTF">2026-08-04T03:16:24Z</dcterms:created>
  <dcterms:modified xsi:type="dcterms:W3CDTF">2026-08-11T05:05:30Z</dcterms:modified>
</cp:coreProperties>
</file>